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66544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67328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4256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01184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68112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1968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68896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35824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2743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99616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66544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33472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67328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01184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68112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68896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35824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02752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69680" y="109728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2688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99616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66544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33472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67328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34256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01184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68112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01968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68896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35824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02752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69680" y="192024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2688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99616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66544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33472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0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67328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34256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01184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68112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35040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601968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68896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35824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02752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69680" y="274320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5760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32688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499616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066544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633472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0400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767328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34256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901184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468112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35040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601968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68896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35824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302752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869680" y="356616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5760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2688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499616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066544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633472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00400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767328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34256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01184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468112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035040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601968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68896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735824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02752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869680" y="4389120"/>
            <a:ext cx="54864" cy="54864"/>
          </a:xfrm>
          <a:prstGeom prst="ellipse">
            <a:avLst/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583680" y="731520"/>
            <a:ext cx="2743200" cy="274320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57200" y="731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COHESITY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457200" y="1188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Capability Guide</a:t>
            </a:r>
            <a:endParaRPr lang="en-US" sz="4800" dirty="0"/>
          </a:p>
        </p:txBody>
      </p:sp>
      <p:sp>
        <p:nvSpPr>
          <p:cNvPr id="102" name="Text 100"/>
          <p:cNvSpPr/>
          <p:nvPr/>
        </p:nvSpPr>
        <p:spPr>
          <a:xfrm>
            <a:off x="45720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Claude can do with your Cohesity cluster — and how access is controlled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457200" y="2788920"/>
            <a:ext cx="22860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57200" y="310896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4B9EF5"/>
          </a:solidFill>
          <a:ln w="12700">
            <a:solidFill>
              <a:srgbClr val="4B9EF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57200" y="31455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2606040" y="310896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606040" y="31455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4754880" y="310896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754880" y="31455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SECURITY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6903720" y="310896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05151"/>
          </a:solidFill>
          <a:ln w="12700">
            <a:solidFill>
              <a:srgbClr val="F0515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903720" y="31455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457200" y="29718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Tiers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Cohesity 7.x  ·  claude-mcp-cohesity  ·  cohesity_mcp_v2.py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talks to your cluster through a secure, RBAC-gated MCP server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286000" cy="2011680"/>
          </a:xfrm>
          <a:prstGeom prst="roundRect">
            <a:avLst>
              <a:gd name="adj" fmla="val 4545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2286000" cy="54864"/>
          </a:xfrm>
          <a:prstGeom prst="rect">
            <a:avLst/>
          </a:prstGeom>
          <a:solidFill>
            <a:srgbClr val="4B9EF5"/>
          </a:solidFill>
          <a:ln w="12700">
            <a:solidFill>
              <a:srgbClr val="4B9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/ Claude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 &amp; answers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286000" cy="2011680"/>
          </a:xfrm>
          <a:prstGeom prst="roundRect">
            <a:avLst>
              <a:gd name="adj" fmla="val 4545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463040"/>
            <a:ext cx="2286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1945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cohesity_mcp_v2.py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gating · Risk taxonomy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463040"/>
            <a:ext cx="2286000" cy="2011680"/>
          </a:xfrm>
          <a:prstGeom prst="roundRect">
            <a:avLst>
              <a:gd name="adj" fmla="val 4545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1463040"/>
            <a:ext cx="2286000" cy="54864"/>
          </a:xfrm>
          <a:prstGeom prst="rect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Cohesity Cluster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1945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v1 &amp; v2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cohesity-01.talabs.local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70048" y="2468880"/>
            <a:ext cx="640080" cy="54864"/>
          </a:xfrm>
          <a:prstGeom prst="rect">
            <a:avLst/>
          </a:prstGeom>
          <a:solidFill>
            <a:srgbClr val="8BA5BF"/>
          </a:solidFill>
          <a:ln w="12700">
            <a:solidFill>
              <a:srgbClr val="8BA5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235915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79008" y="2468880"/>
            <a:ext cx="640080" cy="54864"/>
          </a:xfrm>
          <a:prstGeom prst="rect">
            <a:avLst/>
          </a:prstGeom>
          <a:solidFill>
            <a:srgbClr val="8BA5BF"/>
          </a:solidFill>
          <a:ln w="12700">
            <a:solidFill>
              <a:srgbClr val="8BA5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235915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611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Interprets intent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Shows proposals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Confirms before acting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11880" y="3611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Classifies risk level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Checks role ceiling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Enforces blocked list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611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Returns live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Executes API calls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 changes logged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write operation requires explicit confirmation before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4 Access Tiers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ceiling is read from /public/sessionUser at runtime — no manual config needed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777240"/>
          </a:xfrm>
          <a:prstGeom prst="rect">
            <a:avLst/>
          </a:prstGeom>
          <a:solidFill>
            <a:srgbClr val="4B9EF5"/>
          </a:solidFill>
          <a:ln w="12700">
            <a:solidFill>
              <a:srgbClr val="4B9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COHESITY_VIEWER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1362456"/>
            <a:ext cx="1234440" cy="237744"/>
          </a:xfrm>
          <a:prstGeom prst="roundRect">
            <a:avLst>
              <a:gd name="adj" fmla="val 23077"/>
            </a:avLst>
          </a:prstGeom>
          <a:solidFill>
            <a:srgbClr val="4B9EF5">
              <a:alpha val="25000"/>
            </a:srgbClr>
          </a:solidFill>
          <a:ln w="12700">
            <a:solidFill>
              <a:srgbClr val="4B9E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3807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26280" y="134416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only fetch data — cluster health, alerts, protection status, snapshots. No writes of any kind.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48840"/>
            <a:ext cx="64008" cy="777240"/>
          </a:xfrm>
          <a:prstGeom prst="rect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58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COHESITY_OPERATOR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08960" y="2276856"/>
            <a:ext cx="1234440" cy="237744"/>
          </a:xfrm>
          <a:prstGeom prst="roundRect">
            <a:avLst>
              <a:gd name="adj" fmla="val 23077"/>
            </a:avLst>
          </a:prstGeom>
          <a:solidFill>
            <a:srgbClr val="3EC97C">
              <a:alpha val="25000"/>
            </a:srgbClr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2951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REVERSIBLE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26280" y="225856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trigger reversible actions — pause/resume groups, kick off runs, instant access, acknowledge alerts.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63240"/>
            <a:ext cx="64008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729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COHESITY_DATA_SECURITY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08960" y="3191256"/>
            <a:ext cx="1234440" cy="237744"/>
          </a:xfrm>
          <a:prstGeom prst="roundRect">
            <a:avLst>
              <a:gd name="adj" fmla="val 23077"/>
            </a:avLst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2095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317296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make lasting config changes — create protection groups, modify policies, update settings.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77640"/>
            <a:ext cx="64008" cy="777240"/>
          </a:xfrm>
          <a:prstGeom prst="rect">
            <a:avLst/>
          </a:prstGeom>
          <a:solidFill>
            <a:srgbClr val="F05151"/>
          </a:solidFill>
          <a:ln w="12700">
            <a:solidFill>
              <a:srgbClr val="F05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873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COHESITY_ADMIN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108960" y="4105656"/>
            <a:ext cx="1234440" cy="237744"/>
          </a:xfrm>
          <a:prstGeom prst="roundRect">
            <a:avLst>
              <a:gd name="adj" fmla="val 23077"/>
            </a:avLst>
          </a:prstGeom>
          <a:solidFill>
            <a:srgbClr val="F05151">
              <a:alpha val="25000"/>
            </a:srgbClr>
          </a:solidFill>
          <a:ln w="12700">
            <a:solidFill>
              <a:srgbClr val="F05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41239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DESTRUCTIVE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26280" y="408736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access including DELETE operations. Removing snapshots, policies, users. 6 operations still blocked regardless.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Also: COHESITY_SUPER_ADMIN = same ceiling as ADMIN  ·  Unknown role = defaults to REVERSIBLE (safe fallback)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F35"/>
          </a:solidFill>
          <a:ln w="12700">
            <a:solidFill>
              <a:srgbClr val="0A1F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4B9EF5"/>
          </a:solidFill>
          <a:ln w="12700">
            <a:solidFill>
              <a:srgbClr val="4B9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  ·  READ-ONLY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389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&amp; Reporting — no writes, no side effects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61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1188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healthcheck_summary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144475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One-shot summary: cluster health + open critical alerts + groups with failing last run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61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39512" y="1188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get_cluster_health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39512" y="144475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Version, node count, stopped services, healing status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892808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" y="19842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get_alerts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" y="22402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alerts filterable by severity (Critical / Warning / Info)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892808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39512" y="19842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get_storage_stats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9512" y="22402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Capacity, usage, dedup ratio, compression savings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688336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0392" y="27797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get_protection_groups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" y="30358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active groups with name, environment, paused state, last run status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688336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39512" y="27797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get_protection_runs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9512" y="30358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run history for a group; filter to failures only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483864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3648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50392" y="35753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get_recovery_points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" y="383133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 snapshots for any named VM, database, or NAS share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483864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648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39512" y="35753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get_whoami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39512" y="383133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user identity and effective RBAC ceiling (live from cluster)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279392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" y="4443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50392" y="4370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search_cluster_api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0392" y="462686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live API endpoints from the cluster own Swagger spec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4279392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4443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39512" y="4370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9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call_api  (GET)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39512" y="462686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GET request to any cluster endpoint — read-only, no risk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218"/>
          </a:solidFill>
          <a:ln w="12700">
            <a:solidFill>
              <a:srgbClr val="0A22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 ·  REVERSIBLE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389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Protection &amp; Recovery — actions that can be undone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Everything in Viewer, plus: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98448"/>
            <a:ext cx="4160520" cy="54864"/>
          </a:xfrm>
          <a:prstGeom prst="rect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4996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14356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pause_protection_group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75564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Suspend all future scheduled runs for a group. Existing snapshots are untouched.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298448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98448"/>
            <a:ext cx="4160520" cy="54864"/>
          </a:xfrm>
          <a:prstGeom prst="rect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4996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03520" y="14356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resume_protection_group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175564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Re-enable a paused protection group so scheduled runs resume.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487168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487168"/>
            <a:ext cx="4160520" cy="54864"/>
          </a:xfrm>
          <a:prstGeom prst="rect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6883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26243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retry_failed_run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94436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an on-demand backup run now — useful after a failure or to get a fresh baseline.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487168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487168"/>
            <a:ext cx="4160520" cy="54864"/>
          </a:xfrm>
          <a:prstGeom prst="rect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6883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03520" y="26243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acknowledge_alert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94436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an open alert as resolved. Does NOT fix the underlying issue — advisory only.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675888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675888"/>
            <a:ext cx="4160520" cy="54864"/>
          </a:xfrm>
          <a:prstGeom prst="rect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877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14400" y="38130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instant_access_vm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413308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 a single VM directly off Cohesity storage. Prefix/suffix rename, network detach, power on. Zero data copy.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675888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675888"/>
            <a:ext cx="4160520" cy="54864"/>
          </a:xfrm>
          <a:prstGeom prst="rect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3877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303520" y="38130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call_api  (POST/PUT)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413308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or PUT to endpoints without create/config/register/modify/update in the path.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Elevated Access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with lasting or irreversible impact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64008" cy="3840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SECURITY  ·  CAUTION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 changes with lasting side-effects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642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protection groups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304288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23113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Modify protection policies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87121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79806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storage settings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438144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3649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new sources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00507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931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call_api (POST/PUT) with: create · config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 · gflag · register · modify · update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005840"/>
            <a:ext cx="27432" cy="397764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051560"/>
            <a:ext cx="64008" cy="3840480"/>
          </a:xfrm>
          <a:prstGeom prst="rect">
            <a:avLst/>
          </a:prstGeom>
          <a:solidFill>
            <a:srgbClr val="F05151"/>
          </a:solidFill>
          <a:ln w="12700">
            <a:solidFill>
              <a:srgbClr val="F05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 ·  DESTRUCTIVE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65192" y="1298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above + permanent operations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01768" y="1737360"/>
            <a:ext cx="109728" cy="109728"/>
          </a:xfrm>
          <a:prstGeom prst="ellipse">
            <a:avLst/>
          </a:prstGeom>
          <a:solidFill>
            <a:srgbClr val="F05151"/>
          </a:solidFill>
          <a:ln w="12700">
            <a:solidFill>
              <a:srgbClr val="F05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166420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snapshots, policies, groups, users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01768" y="2304288"/>
            <a:ext cx="109728" cy="109728"/>
          </a:xfrm>
          <a:prstGeom prst="ellipse">
            <a:avLst/>
          </a:prstGeom>
          <a:solidFill>
            <a:srgbClr val="F05151"/>
          </a:solidFill>
          <a:ln w="12700">
            <a:solidFill>
              <a:srgbClr val="F05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9512" y="223113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Expire or purge recovery points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01768" y="2871216"/>
            <a:ext cx="109728" cy="109728"/>
          </a:xfrm>
          <a:prstGeom prst="ellipse">
            <a:avLst/>
          </a:prstGeom>
          <a:solidFill>
            <a:srgbClr val="F05151"/>
          </a:solidFill>
          <a:ln w="12700">
            <a:solidFill>
              <a:srgbClr val="F05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9512" y="279806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 registered sources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01768" y="3438144"/>
            <a:ext cx="109728" cy="109728"/>
          </a:xfrm>
          <a:prstGeom prst="ellipse">
            <a:avLst/>
          </a:prstGeom>
          <a:solidFill>
            <a:srgbClr val="F05151"/>
          </a:solidFill>
          <a:ln w="12700">
            <a:solidFill>
              <a:srgbClr val="F05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336499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call_api with: delete · destroy · purge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 · expir — in the endpoint path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01768" y="4005072"/>
            <a:ext cx="109728" cy="109728"/>
          </a:xfrm>
          <a:prstGeom prst="ellipse">
            <a:avLst/>
          </a:prstGeom>
          <a:solidFill>
            <a:srgbClr val="F05151"/>
          </a:solidFill>
          <a:ln w="12700">
            <a:solidFill>
              <a:srgbClr val="F05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9512" y="39319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Viewer, Operator, Data Security actions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526280"/>
            <a:ext cx="8458200" cy="411480"/>
          </a:xfrm>
          <a:prstGeom prst="roundRect">
            <a:avLst>
              <a:gd name="adj" fmla="val 13333"/>
            </a:avLst>
          </a:prstGeom>
          <a:solidFill>
            <a:srgbClr val="1A2D42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roles include all Viewer and Operator capabilities as a baseline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218"/>
          </a:solidFill>
          <a:ln w="12700">
            <a:solidFill>
              <a:srgbClr val="0A22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 ·  INSTANT ACCESS VM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42062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 a single VM directly off Cohesity storage — no data copy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234440"/>
            <a:ext cx="384048" cy="384048"/>
          </a:xfrm>
          <a:prstGeom prst="ellipse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2527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the VM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201168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"bizapp-app-01"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92808" y="17099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39112" y="11430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24328" y="1234440"/>
            <a:ext cx="384048" cy="384048"/>
          </a:xfrm>
          <a:prstGeom prst="ellipse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12527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30552" y="1719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snapshot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12264" y="201168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local snapshot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auto-selected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17099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58184" y="11430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123444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2527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9624" y="1719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31336" y="201168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VM name,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network, power state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30952" y="17099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77256" y="11430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62472" y="123444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12527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68696" y="1719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50408" y="201168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confirm=True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executes the call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50024" y="170992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96328" y="11430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81544" y="1234440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12527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87768" y="1719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 boots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69480" y="201168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Cohesity mounts NFS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to ESXi host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2697480"/>
            <a:ext cx="8458200" cy="1051560"/>
          </a:xfrm>
          <a:prstGeom prst="roundRect">
            <a:avLst>
              <a:gd name="adj" fmla="val 8696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788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30352" y="2871216"/>
            <a:ext cx="109728" cy="109728"/>
          </a:xfrm>
          <a:prstGeom prst="ellipse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282549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prefix / suffix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95728" y="2825496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Rename the recovered VM  —  e.g. prefix="vishu-"  →  vishu-bizapp-app-01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0352" y="3127248"/>
            <a:ext cx="109728" cy="109728"/>
          </a:xfrm>
          <a:prstGeom prst="ellipse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0632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power_on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395728" y="3063240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Boot the VM immediately after mount (default: True)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0352" y="3364992"/>
            <a:ext cx="109728" cy="109728"/>
          </a:xfrm>
          <a:prstGeom prst="ellipse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330098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detach_network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395728" y="3300984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Disable all NICs so the clone cannot talk on the network (default: True)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0352" y="3602736"/>
            <a:ext cx="109728" cy="109728"/>
          </a:xfrm>
          <a:prstGeom prst="ellipse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353872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target_source_id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395728" y="3538728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Recover to a different vCenter to avoid naming conflicts with the live VM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0040" y="4617720"/>
            <a:ext cx="8458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Scoped to ONE VM via snapshot ID — other VMs in the same protection group are never touched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1006"/>
          </a:solidFill>
          <a:ln w="12700">
            <a:solidFill>
              <a:srgbClr val="1F10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SELF-EXTENDING  ·  ALL ROLES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42062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when the MCP hits a gap?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search_community_scripts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1325880" cy="1417320"/>
          </a:xfrm>
          <a:prstGeom prst="roundRect">
            <a:avLst>
              <a:gd name="adj" fmla="val 6897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72768"/>
            <a:ext cx="1325880" cy="50292"/>
          </a:xfrm>
          <a:prstGeom prst="rect">
            <a:avLst/>
          </a:prstGeom>
          <a:solidFill>
            <a:srgbClr val="4B9EF5"/>
          </a:solidFill>
          <a:ln w="12700">
            <a:solidFill>
              <a:srgbClr val="4B9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37360"/>
            <a:ext cx="1143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ask Claude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72768" y="21488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55648" y="1572768"/>
            <a:ext cx="1325880" cy="1417320"/>
          </a:xfrm>
          <a:prstGeom prst="roundRect">
            <a:avLst>
              <a:gd name="adj" fmla="val 6897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55648" y="1572768"/>
            <a:ext cx="1325880" cy="50292"/>
          </a:xfrm>
          <a:prstGeom prst="rect">
            <a:avLst/>
          </a:prstGeom>
          <a:solidFill>
            <a:srgbClr val="8BA5BF"/>
          </a:solidFill>
          <a:ln w="12700">
            <a:solidFill>
              <a:srgbClr val="8BA5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47088" y="1737360"/>
            <a:ext cx="1143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has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tool for 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54096" y="21488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36976" y="1572768"/>
            <a:ext cx="1325880" cy="1417320"/>
          </a:xfrm>
          <a:prstGeom prst="roundRect">
            <a:avLst>
              <a:gd name="adj" fmla="val 6897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36976" y="1572768"/>
            <a:ext cx="132588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1737360"/>
            <a:ext cx="1143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Brian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Seltzer's repo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bseltz-cohesity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35424" y="21488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18304" y="1572768"/>
            <a:ext cx="1325880" cy="1417320"/>
          </a:xfrm>
          <a:prstGeom prst="roundRect">
            <a:avLst>
              <a:gd name="adj" fmla="val 6897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18304" y="1572768"/>
            <a:ext cx="132588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1737360"/>
            <a:ext cx="1143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Fetches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parses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script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16752" y="21488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1572768"/>
            <a:ext cx="1325880" cy="1417320"/>
          </a:xfrm>
          <a:prstGeom prst="roundRect">
            <a:avLst>
              <a:gd name="adj" fmla="val 6897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1572768"/>
            <a:ext cx="1325880" cy="50292"/>
          </a:xfrm>
          <a:prstGeom prst="rect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1737360"/>
            <a:ext cx="1143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Extracts endpoint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body template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(via Claude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regex)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21488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80960" y="1572768"/>
            <a:ext cx="1325880" cy="1417320"/>
          </a:xfrm>
          <a:prstGeom prst="roundRect">
            <a:avLst>
              <a:gd name="adj" fmla="val 6897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1572768"/>
            <a:ext cx="1325880" cy="50292"/>
          </a:xfrm>
          <a:prstGeom prst="rect">
            <a:avLst/>
          </a:prstGeom>
          <a:solidFill>
            <a:srgbClr val="F05151"/>
          </a:solidFill>
          <a:ln w="12700">
            <a:solidFill>
              <a:srgbClr val="F05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1737360"/>
            <a:ext cx="1143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Executes 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call_api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RBAC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15468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154680"/>
            <a:ext cx="4114800" cy="50292"/>
          </a:xfrm>
          <a:prstGeom prst="rect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9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ANTHROPIC_API_KEY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reads the full script and returns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JSON: method, path, body template,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inputs, and caveats. Ready to execute.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315468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154680"/>
            <a:ext cx="41148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ANTHROPIC_API_KEY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0060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Regex extracts all api() call signatures from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script — method + endpoint + v1/v2 version.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Enough to know which path to call manually.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A01E1E"/>
          </a:solidFill>
          <a:ln w="12700">
            <a:solidFill>
              <a:srgbClr val="A0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HARDCODED GUARDRAILS  ·  BLOCKED REGARDLESS OF ROLE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42062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operations refused before RBAC even runs — no role can override them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4069080" cy="50292"/>
          </a:xfrm>
          <a:prstGeom prst="rect">
            <a:avLst/>
          </a:prstGeom>
          <a:solidFill>
            <a:srgbClr val="A01E1E"/>
          </a:solidFill>
          <a:ln w="12700">
            <a:solidFill>
              <a:srgbClr val="A0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070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  /factory-reset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Wipes the entire cluster to factory defaults — unrecoverable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231136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31136"/>
            <a:ext cx="4069080" cy="50292"/>
          </a:xfrm>
          <a:prstGeom prst="rect">
            <a:avLst/>
          </a:prstGeom>
          <a:solidFill>
            <a:srgbClr val="A01E1E"/>
          </a:solidFill>
          <a:ln w="12700">
            <a:solidFill>
              <a:srgbClr val="A01E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225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  /destroy-cluster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destrocluster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883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Destroys the cluster configuration and all metadata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346704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346704"/>
            <a:ext cx="4069080" cy="50292"/>
          </a:xfrm>
          <a:prstGeom prst="rect">
            <a:avLst/>
          </a:prstGeom>
          <a:solidFill>
            <a:srgbClr val="A01E1E"/>
          </a:solidFill>
          <a:ln w="12700">
            <a:solidFill>
              <a:srgbClr val="A01E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381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  /wipe-data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80390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Erases all stored backup data permanently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115568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115568"/>
            <a:ext cx="4069080" cy="50292"/>
          </a:xfrm>
          <a:prstGeom prst="rect">
            <a:avLst/>
          </a:prstGeom>
          <a:solidFill>
            <a:srgbClr val="A01E1E"/>
          </a:solidFill>
          <a:ln w="12700">
            <a:solidFill>
              <a:srgbClr val="A01E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070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  /erase-data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5727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Alias for wipe-data — same risk, same block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231136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231136"/>
            <a:ext cx="4069080" cy="50292"/>
          </a:xfrm>
          <a:prstGeom prst="rect">
            <a:avLst/>
          </a:prstGeom>
          <a:solidFill>
            <a:srgbClr val="A01E1E"/>
          </a:solidFill>
          <a:ln w="12700">
            <a:solidFill>
              <a:srgbClr val="A01E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3225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  /unregister-cluster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6883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cluster from management plane — unrecoverable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370832"/>
            <a:ext cx="8458200" cy="566928"/>
          </a:xfrm>
          <a:prstGeom prst="roundRect">
            <a:avLst>
              <a:gd name="adj" fmla="val 16129"/>
            </a:avLst>
          </a:prstGeom>
          <a:solidFill>
            <a:srgbClr val="1322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370832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4439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Pattern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4416552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write operation first runs with confirm=False to show a proposal. Only after explicit user confirmation does confirm=True execute the call. Blocked paths are refused at the proposal stage — they never reach the cluster.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2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371600"/>
            <a:ext cx="4114800" cy="4114800"/>
          </a:xfrm>
          <a:prstGeom prst="ellipse">
            <a:avLst/>
          </a:prstGeom>
          <a:solidFill>
            <a:srgbClr val="FF6B35">
              <a:alpha val="8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COHESITY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at a Glance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4B9EF5">
              <a:alpha val="80000"/>
            </a:srgbClr>
          </a:solidFill>
          <a:ln w="12700">
            <a:solidFill>
              <a:srgbClr val="4B9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099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70992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· Alerts · Storage · Groups · Runs · Snapshots · API discovery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1837944"/>
            <a:ext cx="45720" cy="54864"/>
          </a:xfrm>
          <a:prstGeom prst="rect">
            <a:avLst/>
          </a:prstGeom>
          <a:solidFill>
            <a:srgbClr val="4B9EF5"/>
          </a:solidFill>
          <a:ln w="12700">
            <a:solidFill>
              <a:srgbClr val="4B9E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3EC97C">
              <a:alpha val="80000"/>
            </a:srgbClr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414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44144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Pause · Resume · On-demand run · Acknowledge alert · Instant Access VM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2569464"/>
            <a:ext cx="45720" cy="54864"/>
          </a:xfrm>
          <a:prstGeom prst="rect">
            <a:avLst/>
          </a:prstGeom>
          <a:solidFill>
            <a:srgbClr val="3EC97C"/>
          </a:solidFill>
          <a:ln w="12700">
            <a:solidFill>
              <a:srgbClr val="3EC9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63240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72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Security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17296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Create groups · Modify policies · Update config · Register sources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3300984"/>
            <a:ext cx="457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94760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F05151">
              <a:alpha val="80000"/>
            </a:srgbClr>
          </a:solidFill>
          <a:ln w="12700">
            <a:solidFill>
              <a:srgbClr val="F05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044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90448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Delete snapshots · Purge runs · Remove sources · Full destructive access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20240" y="4032504"/>
            <a:ext cx="45720" cy="54864"/>
          </a:xfrm>
          <a:prstGeom prst="rect">
            <a:avLst/>
          </a:prstGeom>
          <a:solidFill>
            <a:srgbClr val="F05151"/>
          </a:solidFill>
          <a:ln w="12700">
            <a:solidFill>
              <a:srgbClr val="F051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319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0507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RBAC Gating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3159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ceiling enforced 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call — read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cluster live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10128" y="39319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400507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✋ Confirm Pattern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47288" y="43159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always propose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— no surprises,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accidents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63056" y="39319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0216" y="400507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Self-Extending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0216" y="43159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search_community_scripts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finds patterns for gaps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5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Brian's repo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2026-07-23T23:23:45Z</dcterms:created>
  <dcterms:modified xsi:type="dcterms:W3CDTF">2026-07-23T23:23:45Z</dcterms:modified>
</cp:coreProperties>
</file>